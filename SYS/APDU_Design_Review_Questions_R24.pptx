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e8185cf6a4970" /><Relationship Type="http://schemas.openxmlformats.org/officeDocument/2006/relationships/extended-properties" Target="/docProps/app.xml" Id="Rb80a761ccce54555" /><Relationship Type="http://schemas.openxmlformats.org/officeDocument/2006/relationships/officeDocument" Target="/ppt/presentation.xml" Id="Ref4e7752d9aa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421cc4c294886"/>
  </p:sldMasterIdLst>
  <p:notesMasterIdLst>
    <p:notesMasterId xmlns:r="http://schemas.openxmlformats.org/officeDocument/2006/relationships" r:id="Rde7a0fd987a543ad"/>
  </p:notesMasterIdLst>
  <p:sldIdLst>
    <p:sldId xmlns:r="http://schemas.openxmlformats.org/officeDocument/2006/relationships" id="256" r:id="R3793028934564c39"/>
    <p:sldId xmlns:r="http://schemas.openxmlformats.org/officeDocument/2006/relationships" id="257" r:id="R7786f2adc01f4ff2"/>
    <p:sldId xmlns:r="http://schemas.openxmlformats.org/officeDocument/2006/relationships" id="258" r:id="R361e45613e634269"/>
    <p:sldId xmlns:r="http://schemas.openxmlformats.org/officeDocument/2006/relationships" id="259" r:id="R3239eada29e64ae7"/>
    <p:sldId xmlns:r="http://schemas.openxmlformats.org/officeDocument/2006/relationships" id="260" r:id="R4243d01da984458e"/>
    <p:sldId xmlns:r="http://schemas.openxmlformats.org/officeDocument/2006/relationships" id="261" r:id="Re174f6dc02f442d6"/>
    <p:sldId xmlns:r="http://schemas.openxmlformats.org/officeDocument/2006/relationships" id="262" r:id="Rf4dc1d60dc874b50"/>
    <p:sldId xmlns:r="http://schemas.openxmlformats.org/officeDocument/2006/relationships" id="263" r:id="Rf070c4f7bcaf4ab0"/>
    <p:sldId xmlns:r="http://schemas.openxmlformats.org/officeDocument/2006/relationships" id="264" r:id="R7bcd3b90dcb74eb7"/>
    <p:sldId xmlns:r="http://schemas.openxmlformats.org/officeDocument/2006/relationships" id="265" r:id="Rae0c7ada6ac04c12"/>
    <p:sldId xmlns:r="http://schemas.openxmlformats.org/officeDocument/2006/relationships" id="266" r:id="R9a80440194ee4d13"/>
    <p:sldId xmlns:r="http://schemas.openxmlformats.org/officeDocument/2006/relationships" id="267" r:id="Rb693439af80345f4"/>
    <p:sldId xmlns:r="http://schemas.openxmlformats.org/officeDocument/2006/relationships" id="268" r:id="Rf6ce738a9d4a4f4f"/>
    <p:sldId xmlns:r="http://schemas.openxmlformats.org/officeDocument/2006/relationships" id="269" r:id="Rd109a30048754d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31aaf94e4243a8" /><Relationship Type="http://schemas.openxmlformats.org/officeDocument/2006/relationships/slideMaster" Target="/ppt/slideMasters/slideMaster1.xml" Id="R110421cc4c294886" /><Relationship Type="http://schemas.openxmlformats.org/officeDocument/2006/relationships/notesMaster" Target="/ppt/notesMasters/notesMaster1.xml" Id="Rde7a0fd987a543ad" /><Relationship Type="http://schemas.openxmlformats.org/officeDocument/2006/relationships/presProps" Target="/ppt/presProps.xml" Id="R86c163f15f4f46e4" /><Relationship Type="http://schemas.openxmlformats.org/officeDocument/2006/relationships/viewProps" Target="/ppt/viewProps.xml" Id="R65fa17b9fe4f4de9" /><Relationship Type="http://schemas.openxmlformats.org/officeDocument/2006/relationships/tableStyles" Target="/ppt/tableStyles.xml" Id="R47206cf5738a4526" /><Relationship Type="http://schemas.openxmlformats.org/officeDocument/2006/relationships/slide" Target="/ppt/slides/slide1.xml" Id="R3793028934564c39" /><Relationship Type="http://schemas.openxmlformats.org/officeDocument/2006/relationships/slide" Target="/ppt/slides/slide2.xml" Id="R7786f2adc01f4ff2" /><Relationship Type="http://schemas.openxmlformats.org/officeDocument/2006/relationships/slide" Target="/ppt/slides/slide3.xml" Id="R361e45613e634269" /><Relationship Type="http://schemas.openxmlformats.org/officeDocument/2006/relationships/slide" Target="/ppt/slides/slide4.xml" Id="R3239eada29e64ae7" /><Relationship Type="http://schemas.openxmlformats.org/officeDocument/2006/relationships/slide" Target="/ppt/slides/slide5.xml" Id="R4243d01da984458e" /><Relationship Type="http://schemas.openxmlformats.org/officeDocument/2006/relationships/slide" Target="/ppt/slides/slide6.xml" Id="Re174f6dc02f442d6" /><Relationship Type="http://schemas.openxmlformats.org/officeDocument/2006/relationships/slide" Target="/ppt/slides/slide7.xml" Id="Rf4dc1d60dc874b50" /><Relationship Type="http://schemas.openxmlformats.org/officeDocument/2006/relationships/slide" Target="/ppt/slides/slide8.xml" Id="Rf070c4f7bcaf4ab0" /><Relationship Type="http://schemas.openxmlformats.org/officeDocument/2006/relationships/slide" Target="/ppt/slides/slide9.xml" Id="R7bcd3b90dcb74eb7" /><Relationship Type="http://schemas.openxmlformats.org/officeDocument/2006/relationships/slide" Target="/ppt/slides/slide10.xml" Id="Rae0c7ada6ac04c12" /><Relationship Type="http://schemas.openxmlformats.org/officeDocument/2006/relationships/slide" Target="/ppt/slides/slide11.xml" Id="R9a80440194ee4d13" /><Relationship Type="http://schemas.openxmlformats.org/officeDocument/2006/relationships/slide" Target="/ppt/slides/slide12.xml" Id="Rb693439af80345f4" /><Relationship Type="http://schemas.openxmlformats.org/officeDocument/2006/relationships/slide" Target="/ppt/slides/slide13.xml" Id="Rf6ce738a9d4a4f4f" /><Relationship Type="http://schemas.openxmlformats.org/officeDocument/2006/relationships/slide" Target="/ppt/slides/slide14.xml" Id="Rd109a3004875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36ed3f496b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882555e56047bc" /><Relationship Type="http://schemas.openxmlformats.org/officeDocument/2006/relationships/notesMaster" Target="/ppt/notesMasters/notesMaster1.xml" Id="R872763d4696d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5437975dd04fb5" /><Relationship Type="http://schemas.openxmlformats.org/officeDocument/2006/relationships/notesMaster" Target="/ppt/notesMasters/notesMaster1.xml" Id="Rfeb4fa03b17640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16b1415cb14834" /><Relationship Type="http://schemas.openxmlformats.org/officeDocument/2006/relationships/notesMaster" Target="/ppt/notesMasters/notesMaster1.xml" Id="R2c457f9b61cb4b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3a3ff06a2b4862" /><Relationship Type="http://schemas.openxmlformats.org/officeDocument/2006/relationships/notesMaster" Target="/ppt/notesMasters/notesMaster1.xml" Id="R94f1d1b040fc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0a1e181f994f8b" /><Relationship Type="http://schemas.openxmlformats.org/officeDocument/2006/relationships/notesMaster" Target="/ppt/notesMasters/notesMaster1.xml" Id="Rcb43eb1bb5c440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afe287a7134e43" /><Relationship Type="http://schemas.openxmlformats.org/officeDocument/2006/relationships/notesMaster" Target="/ppt/notesMasters/notesMaster1.xml" Id="R489a1e1e3953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9fa0fafac4f84" /><Relationship Type="http://schemas.openxmlformats.org/officeDocument/2006/relationships/notesMaster" Target="/ppt/notesMasters/notesMaster1.xml" Id="Re87b7937deb6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e4c7ba172140cf" /><Relationship Type="http://schemas.openxmlformats.org/officeDocument/2006/relationships/notesMaster" Target="/ppt/notesMasters/notesMaster1.xml" Id="R59a4a5b77fe142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9d60b1ea6041b7" /><Relationship Type="http://schemas.openxmlformats.org/officeDocument/2006/relationships/notesMaster" Target="/ppt/notesMasters/notesMaster1.xml" Id="Rb71f63f1f9b14a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d592a34a1b4a18" /><Relationship Type="http://schemas.openxmlformats.org/officeDocument/2006/relationships/notesMaster" Target="/ppt/notesMasters/notesMaster1.xml" Id="R14c56269f9a54e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46906a43704167" /><Relationship Type="http://schemas.openxmlformats.org/officeDocument/2006/relationships/notesMaster" Target="/ppt/notesMasters/notesMaster1.xml" Id="R98b646e6f0c44d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6307cb855345e3" /><Relationship Type="http://schemas.openxmlformats.org/officeDocument/2006/relationships/notesMaster" Target="/ppt/notesMasters/notesMaster1.xml" Id="R427862f1663347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5fd311506e4def" /><Relationship Type="http://schemas.openxmlformats.org/officeDocument/2006/relationships/notesMaster" Target="/ppt/notesMasters/notesMaster1.xml" Id="R864fa5db3a7c46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b9ab20370f4148" /><Relationship Type="http://schemas.openxmlformats.org/officeDocument/2006/relationships/notesMaster" Target="/ppt/notesMasters/notesMaster1.xml" Id="R7956a7f5fa3046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87be11ed249f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2c53c0ba94192" /><Relationship Type="http://schemas.openxmlformats.org/officeDocument/2006/relationships/slideLayout" Target="/ppt/slideLayouts/slideLayout1.xml" Id="Rca99b149c4f3479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9b149c4f3479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82ffa93f94934" /><Relationship Type="http://schemas.openxmlformats.org/officeDocument/2006/relationships/notesSlide" Target="/ppt/notesSlides/notesSlide1.xml" Id="Rab7effb46cbc44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9107bba4d41e5" /><Relationship Type="http://schemas.openxmlformats.org/officeDocument/2006/relationships/image" Target="/ppt/media/image.png" Id="R76b8cc27f4324683" /><Relationship Type="http://schemas.openxmlformats.org/officeDocument/2006/relationships/image" Target="/ppt/media/image2.png" Id="Rdd273d0a59eb4ad3" /><Relationship Type="http://schemas.openxmlformats.org/officeDocument/2006/relationships/image" Target="/ppt/media/image3.png" Id="R5939e9f70f8041a7" /><Relationship Type="http://schemas.openxmlformats.org/officeDocument/2006/relationships/image" Target="/ppt/media/image4.png" Id="R63de8c047f6948e7" /><Relationship Type="http://schemas.openxmlformats.org/officeDocument/2006/relationships/image" Target="/ppt/media/image5.png" Id="R4233c6aede9c4034" /><Relationship Type="http://schemas.openxmlformats.org/officeDocument/2006/relationships/image" Target="/ppt/media/image6.png" Id="R712421b76c444dca" /><Relationship Type="http://schemas.openxmlformats.org/officeDocument/2006/relationships/image" Target="/ppt/media/image7.png" Id="R89891dc9a3e54604" /><Relationship Type="http://schemas.openxmlformats.org/officeDocument/2006/relationships/image" Target="/ppt/media/image8.png" Id="Rcb91fd99be364b44" /><Relationship Type="http://schemas.openxmlformats.org/officeDocument/2006/relationships/image" Target="/ppt/media/image9.png" Id="R7c526dea5d264404" /><Relationship Type="http://schemas.openxmlformats.org/officeDocument/2006/relationships/image" Target="/ppt/media/image10.png" Id="R6f4bf7d0a7984201" /><Relationship Type="http://schemas.openxmlformats.org/officeDocument/2006/relationships/notesSlide" Target="/ppt/notesSlides/notesSlide2.xml" Id="R16a6a748c59d40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b6e04f6cd4345" /><Relationship Type="http://schemas.openxmlformats.org/officeDocument/2006/relationships/image" Target="/ppt/media/image11.png" Id="Rf6a3274e78b94346" /><Relationship Type="http://schemas.openxmlformats.org/officeDocument/2006/relationships/image" Target="/ppt/media/image12.png" Id="R713e257c794c4e6d" /><Relationship Type="http://schemas.openxmlformats.org/officeDocument/2006/relationships/image" Target="/ppt/media/image13.png" Id="Re471d80dfe654ad8" /><Relationship Type="http://schemas.openxmlformats.org/officeDocument/2006/relationships/image" Target="/ppt/media/image14.png" Id="R84fd1c9b921c477e" /><Relationship Type="http://schemas.openxmlformats.org/officeDocument/2006/relationships/image" Target="/ppt/media/image15.png" Id="R9a926d043fcf456e" /><Relationship Type="http://schemas.openxmlformats.org/officeDocument/2006/relationships/image" Target="/ppt/media/image16.png" Id="R9e43e99c4b824f88" /><Relationship Type="http://schemas.openxmlformats.org/officeDocument/2006/relationships/notesSlide" Target="/ppt/notesSlides/notesSlide3.xml" Id="Rc994654d8b064b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6530dc7f440be" /><Relationship Type="http://schemas.openxmlformats.org/officeDocument/2006/relationships/image" Target="/ppt/media/image17.png" Id="R618ac6c759044938" /><Relationship Type="http://schemas.openxmlformats.org/officeDocument/2006/relationships/image" Target="/ppt/media/image18.png" Id="R33e608722e4b43ff" /><Relationship Type="http://schemas.openxmlformats.org/officeDocument/2006/relationships/image" Target="/ppt/media/image19.png" Id="Ra416c98fb0d34eeb" /><Relationship Type="http://schemas.openxmlformats.org/officeDocument/2006/relationships/notesSlide" Target="/ppt/notesSlides/notesSlide4.xml" Id="Ra79e4ea1f50e46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42c95950b461e" /><Relationship Type="http://schemas.openxmlformats.org/officeDocument/2006/relationships/image" Target="/ppt/media/image20.png" Id="R82a17682c7c746a2" /><Relationship Type="http://schemas.openxmlformats.org/officeDocument/2006/relationships/image" Target="/ppt/media/image21.png" Id="R7f74ea82ecef4534" /><Relationship Type="http://schemas.openxmlformats.org/officeDocument/2006/relationships/image" Target="/ppt/media/image22.png" Id="Rd29b3b83a9e5412e" /><Relationship Type="http://schemas.openxmlformats.org/officeDocument/2006/relationships/notesSlide" Target="/ppt/notesSlides/notesSlide5.xml" Id="Rb9656e1fabcb42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332ef17764554" /><Relationship Type="http://schemas.openxmlformats.org/officeDocument/2006/relationships/image" Target="/ppt/media/image23.png" Id="Rc127e786a11245be" /><Relationship Type="http://schemas.openxmlformats.org/officeDocument/2006/relationships/image" Target="/ppt/media/image24.png" Id="Rc8fe97a841f242a3" /><Relationship Type="http://schemas.openxmlformats.org/officeDocument/2006/relationships/image" Target="/ppt/media/image25.png" Id="Rb6f1fc44aa854fb3" /><Relationship Type="http://schemas.openxmlformats.org/officeDocument/2006/relationships/notesSlide" Target="/ppt/notesSlides/notesSlide6.xml" Id="Rdeef372c5430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47525850d476b" /><Relationship Type="http://schemas.openxmlformats.org/officeDocument/2006/relationships/image" Target="/ppt/media/image26.png" Id="Racaca8b9799f48b8" /><Relationship Type="http://schemas.openxmlformats.org/officeDocument/2006/relationships/image" Target="/ppt/media/image27.png" Id="R4bacaba80d274d66" /><Relationship Type="http://schemas.openxmlformats.org/officeDocument/2006/relationships/image" Target="/ppt/media/image28.png" Id="R7129029d0feb4932" /><Relationship Type="http://schemas.openxmlformats.org/officeDocument/2006/relationships/notesSlide" Target="/ppt/notesSlides/notesSlide7.xml" Id="Ra8ee88edc57946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7f340355d45b1" /><Relationship Type="http://schemas.openxmlformats.org/officeDocument/2006/relationships/image" Target="/ppt/media/image29.png" Id="R586686b936c84f7c" /><Relationship Type="http://schemas.openxmlformats.org/officeDocument/2006/relationships/image" Target="/ppt/media/image30.png" Id="R7695568d6a544f84" /><Relationship Type="http://schemas.openxmlformats.org/officeDocument/2006/relationships/image" Target="/ppt/media/image31.png" Id="R8b154ea7bd0d4070" /><Relationship Type="http://schemas.openxmlformats.org/officeDocument/2006/relationships/notesSlide" Target="/ppt/notesSlides/notesSlide8.xml" Id="R94a97a526df943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6f70757e2407c" /><Relationship Type="http://schemas.openxmlformats.org/officeDocument/2006/relationships/image" Target="/ppt/media/image32.png" Id="R74996991e3374fe3" /><Relationship Type="http://schemas.openxmlformats.org/officeDocument/2006/relationships/image" Target="/ppt/media/image33.png" Id="Rfe870e2a03334357" /><Relationship Type="http://schemas.openxmlformats.org/officeDocument/2006/relationships/image" Target="/ppt/media/image34.png" Id="R07ab09cbc37c48ed" /><Relationship Type="http://schemas.openxmlformats.org/officeDocument/2006/relationships/notesSlide" Target="/ppt/notesSlides/notesSlide9.xml" Id="R433f9f1b899140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ad9d34bba430c" /><Relationship Type="http://schemas.openxmlformats.org/officeDocument/2006/relationships/image" Target="/ppt/media/image35.png" Id="Ra1e3ad76f0ce4810" /><Relationship Type="http://schemas.openxmlformats.org/officeDocument/2006/relationships/image" Target="/ppt/media/image36.png" Id="R84d8c95631c64923" /><Relationship Type="http://schemas.openxmlformats.org/officeDocument/2006/relationships/image" Target="/ppt/media/image37.png" Id="R06ae71dab1ef4147" /><Relationship Type="http://schemas.openxmlformats.org/officeDocument/2006/relationships/notesSlide" Target="/ppt/notesSlides/notesSlide10.xml" Id="R7aaf57d74bc245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8b2cef7a64be1" /><Relationship Type="http://schemas.openxmlformats.org/officeDocument/2006/relationships/image" Target="/ppt/media/image38.png" Id="R2679c3d760814065" /><Relationship Type="http://schemas.openxmlformats.org/officeDocument/2006/relationships/image" Target="/ppt/media/image39.png" Id="Rb00e9b915c7f481b" /><Relationship Type="http://schemas.openxmlformats.org/officeDocument/2006/relationships/image" Target="/ppt/media/image40.png" Id="R92cddc44a8e94d0e" /><Relationship Type="http://schemas.openxmlformats.org/officeDocument/2006/relationships/notesSlide" Target="/ppt/notesSlides/notesSlide11.xml" Id="Rb843dcc050de40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953dd9b1f44d6" /><Relationship Type="http://schemas.openxmlformats.org/officeDocument/2006/relationships/image" Target="/ppt/media/image41.png" Id="R40b29ed2fbe34e6e" /><Relationship Type="http://schemas.openxmlformats.org/officeDocument/2006/relationships/image" Target="/ppt/media/image42.png" Id="Rc48b6a9dbeef4caf" /><Relationship Type="http://schemas.openxmlformats.org/officeDocument/2006/relationships/image" Target="/ppt/media/image43.png" Id="R780b6a3cff5e45a9" /><Relationship Type="http://schemas.openxmlformats.org/officeDocument/2006/relationships/notesSlide" Target="/ppt/notesSlides/notesSlide12.xml" Id="R4f47eb7513b542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4dae0230f4f2b" /><Relationship Type="http://schemas.openxmlformats.org/officeDocument/2006/relationships/image" Target="/ppt/media/image44.png" Id="R30683c8593d140a5" /><Relationship Type="http://schemas.openxmlformats.org/officeDocument/2006/relationships/image" Target="/ppt/media/image45.png" Id="Rff9765460cd249c0" /><Relationship Type="http://schemas.openxmlformats.org/officeDocument/2006/relationships/image" Target="/ppt/media/image46.png" Id="Ra9ab250f76044057" /><Relationship Type="http://schemas.openxmlformats.org/officeDocument/2006/relationships/notesSlide" Target="/ppt/notesSlides/notesSlide13.xml" Id="R9bf62a65211549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ae5706944cd8" /><Relationship Type="http://schemas.openxmlformats.org/officeDocument/2006/relationships/image" Target="/ppt/media/image47.png" Id="R9dbffa86fba64c20" /><Relationship Type="http://schemas.openxmlformats.org/officeDocument/2006/relationships/image" Target="/ppt/media/image48.png" Id="R6fa863da010d4e4a" /><Relationship Type="http://schemas.openxmlformats.org/officeDocument/2006/relationships/image" Target="/ppt/media/image49.png" Id="Re9a08b2588474246" /><Relationship Type="http://schemas.openxmlformats.org/officeDocument/2006/relationships/image" Target="/ppt/media/image50.png" Id="Rd991831accc246d4" /><Relationship Type="http://schemas.openxmlformats.org/officeDocument/2006/relationships/image" Target="/ppt/media/image51.png" Id="R075d4a226cd84460" /><Relationship Type="http://schemas.openxmlformats.org/officeDocument/2006/relationships/image" Target="/ppt/media/image52.png" Id="R4001d22a1ec54330" /><Relationship Type="http://schemas.openxmlformats.org/officeDocument/2006/relationships/image" Target="/ppt/media/image53.png" Id="R3ff99103c1d34823" /><Relationship Type="http://schemas.openxmlformats.org/officeDocument/2006/relationships/image" Target="/ppt/media/image54.png" Id="R46754e8fcdae484b" /><Relationship Type="http://schemas.openxmlformats.org/officeDocument/2006/relationships/image" Target="/ppt/media/image55.png" Id="Re85cbd7d16084b42" /><Relationship Type="http://schemas.openxmlformats.org/officeDocument/2006/relationships/image" Target="/ppt/media/image56.png" Id="Rb0c80f6c6ee944ab" /><Relationship Type="http://schemas.openxmlformats.org/officeDocument/2006/relationships/notesSlide" Target="/ppt/notesSlides/notesSlide14.xml" Id="Rcb8457ddee9a4d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6D9ED5-BE86-40FB-BF16-9A2EFE0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146304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2180D7-7E83-4534-B5D6-69AE7040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062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D40019-3515-4DDA-8E21-2AA8CF4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BLACKOCEAN TECHNOLOGIES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FF8C36-BEC6-4DC3-AAE3-38D255EB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8686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APDU Electrical Design Review</a:t>
            </a:r>
            <a:endParaRPr sz="4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112AE0-9EC9-40B8-8320-53EF3DF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 questions to close before schematics start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E81FED-00FE-469E-92E1-31E81E15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6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for Adherent360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Automated Pharmaceutical Dispensing Unit (AVM)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Baseline: Electrical System Level Wiring Diagram R24  ·  14 September 2026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00731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2B254E-5B5A-4CAC-8DE0-76E9C3F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Review topics and meeting decisions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38C2C3-8D42-412B-A5CD-3F0A6CF3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Already closed: no E-stop (vending machine) · table-door actuator out of scope · MAINCTRL and </a:t>
            </a:r>
            <a:r>
              <a:rPr sz="14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IOCTRL</a:t>
            </a:r>
            <a:r>
              <a:rPr sz="14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 are off-the-shelf boards.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79DED9-C4DD-44BB-B0F6-B8F80FF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68B254E-1832-4ADF-85E1-E84D8E2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8cc27f4324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D95B82-F195-4129-AD81-E86F719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FEBD87-1107-4083-98C7-A0F598B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Gantry drives from the mechanical BOM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92BC77F-DCDF-40E4-A393-8459E720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41FA2F8-F5B6-45C2-9121-6B7D852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73d0a59eb4a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2C07C9B-9498-4818-A2D7-EB6D4D83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</a:t>
            </a:r>
            <a:endParaRPr sz="2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A1DD12B-ACA2-439D-A47F-FBA5BF1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Camera and OCR: needed?</a:t>
            </a:r>
            <a:endParaRPr sz="16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5545B46-D722-4136-8AA3-E0D04B3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53C24B4-301E-42F5-84A3-72C553B7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9e9f70f80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CC2302F-52CF-4D90-8B0E-05FE732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</a:t>
            </a:r>
            <a:endParaRPr sz="2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5E77484-AABD-42DC-8CD5-BAC93976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/ battery: not approved</a:t>
            </a:r>
            <a:endParaRPr sz="16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9118E52-9AA8-43B3-9E60-8431B91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AFAF9D91-9B3D-4F5F-B55D-76C751F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e8c047f69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311E3111-2295-47AB-89BE-727DC7D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</a:t>
            </a:r>
            <a:endParaRPr sz="2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237E5E6-13FE-4EB9-BA3A-1E704E3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Ethernet port location</a:t>
            </a:r>
            <a:endParaRPr sz="16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56581ECD-8D20-471C-AF87-9717B7F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86D00F9-1AE5-413F-8CB3-DEB4FDB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3c6aede9c4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A6AB510-F661-4ED1-A79B-D0F217C6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5</a:t>
            </a:r>
            <a:endParaRPr sz="2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3C647C9C-3B43-45D8-A398-8EF428D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Cellular: not approved</a:t>
            </a:r>
            <a:endParaRPr sz="16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2BC8FA37-7651-4559-8779-5EDF08D7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A157E260-957E-4E43-AD9E-F363F5D0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421b76c444d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7758A562-BA5A-4DC0-87CB-DD8176E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6</a:t>
            </a:r>
            <a:endParaRPr sz="24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98A467CB-7404-42A9-B5CA-B4C4FEB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Product illumination</a:t>
            </a:r>
            <a:endParaRPr sz="16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13D48605-C190-4B68-8FB8-88163309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648EDAFF-D131-4533-A86A-0381148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1dc9a3e546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0346DADC-6ABE-4A59-9E82-4CF44874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7</a:t>
            </a:r>
            <a:endParaRPr sz="240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50FB53D-9CA0-4921-907D-6904717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iPad connection: QR, Wi-Fi or BLE</a:t>
            </a:r>
            <a:endParaRPr sz="1600"/>
          </a:p>
        </p:txBody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82B14BCF-30F3-4EFE-8118-224EDB8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AE48327B-3EF3-4F32-BDDE-72D3893E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1fd99be364b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89A8ECFE-4991-4111-8D0C-3F0AD6B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8</a:t>
            </a:r>
            <a:endParaRPr sz="2400"/>
          </a:p>
        </p:txBody>
      </p:sp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CB234850-BB9B-4BF2-8DA0-282D98D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Wire harness drawings</a:t>
            </a:r>
            <a:endParaRPr sz="1600"/>
          </a:p>
        </p:txBody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E7AC99AC-3EE0-439A-B825-0A51252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6518A0F2-1F57-4583-8177-564AA8F2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26dea5d264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5E296353-7512-42DB-87BB-B0AFA43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9</a:t>
            </a:r>
            <a:endParaRPr sz="24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2E7EC0CB-3D05-4E2B-90C3-30C6088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NFC and card reader</a:t>
            </a:r>
            <a:endParaRPr sz="16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38AB4E29-93C3-480B-BAD1-7FBD2EB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B58F6EF6-620C-470D-8617-6455BEC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bf7d0a7984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F0EB91CD-F618-4468-BEC0-42AA30D2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10</a:t>
            </a:r>
            <a:endParaRPr sz="24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BE851B35-5A5E-4883-BBF0-EBEF6E5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 standard</a:t>
            </a:r>
            <a:endParaRPr sz="1600"/>
          </a:p>
        </p:txBody>
      </p:sp>
      <p:sp>
        <p:nvSpPr>
          <p:cNvPr id="54" name="Text 42">
            <a:extLst xmlns:a="http://schemas.openxmlformats.org/drawingml/2006/main">
              <a:ext uri="{FF2B5EF4-FFF2-40B4-BE49-F238E27FC236}">
                <a16:creationId xmlns:a16="http://schemas.microsoft.com/office/drawing/2014/main" id="{67BA34BC-C010-4161-ADFA-936E7CB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55" name="Text 43">
            <a:extLst xmlns:a="http://schemas.openxmlformats.org/drawingml/2006/main">
              <a:ext uri="{FF2B5EF4-FFF2-40B4-BE49-F238E27FC236}">
                <a16:creationId xmlns:a16="http://schemas.microsoft.com/office/drawing/2014/main" id="{C1750C33-4395-40C5-8CD9-DBA7F5E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09021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B91585-76C7-4F18-B891-98873E8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Architecture baseline (R24)</a:t>
            </a:r>
            <a:endParaRPr sz="3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2EA075-54CE-415E-A23C-476E28A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9A0680-B6F3-4B3B-B79B-5A42D3D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70</a:t>
            </a:r>
            <a:endParaRPr sz="4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471C5D-0815-472C-9F62-5DDD7DD1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conveyor lanes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10 rows × 7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D067D9A-D0E8-4093-8B52-EF67151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A711FF-CF7D-458E-908D-C87596C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132184-A8AE-4441-918C-DB747D06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custom boards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SYSCTRL · LANECTRL ×10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0988E7-B4F8-402A-ABE7-6C7890A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37EE27-B702-47B8-9487-E24ED81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3C1A34-09FC-4A26-BDD5-7511969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COTS controllers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MAINCTRL ·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IOCTRL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8A8B518-E668-4B65-82A9-09000557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3F42E25-BA6B-475D-B68E-307FB1AE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34</a:t>
            </a:r>
            <a:endParaRPr sz="4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2CEC1D6-3383-44EA-AE3A-9C22553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cables W01–W34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≈ 125 m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731E4D-17D4-43DC-AF27-020FC3B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3274e78b943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0B5376C-A770-42BE-ACD9-596C963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036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Boards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2F6957E-7A55-4F65-AE7B-6ED3C59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2928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= COTS MYIR MYD-YF13X (STM32MP135, Linux) · SYSCTRL custom STM32 (gantry + labeling) · </a:t>
            </a: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IOCTRL</a:t>
            </a: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 = COTS relay / IO module on RS485 · LANECTRL ×10 custom, our design, with the lane buttons and LEDs on the board.</a:t>
            </a:r>
            <a:endParaRPr sz="1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5EAEA85-2736-481A-8998-16D179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e257c794c4e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8404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D4B2DF5-5E7B-4662-982B-E63F6AE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5032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Power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BA74461-0BDA-44BC-99EB-B3D5A52B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57600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24 V motor rail · 12 V logic rail for every board · 48 V for the gantry drives · DIN fuses F1–F17.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BDE644F-0484-47AB-BA7E-DAB03639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35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1d80dfe654a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6451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292077F8-AF2E-42D6-BECA-3E3F4F8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9704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Comms</a:t>
            </a:r>
            <a:endParaRPr sz="1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869E0954-1769-43FE-844C-281338A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62272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backbone to SYSCTRL and the 10 lane rows · RS485 to </a:t>
            </a: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IOCTRL</a:t>
            </a: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 · Ethernet / Wi-Fi to the site.</a:t>
            </a:r>
            <a:endParaRPr sz="11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01B1D42-51F3-43C5-A22B-A604677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d1c9b921c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2E896CD-E153-4BBF-AF5D-689977B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4376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Connectors</a:t>
            </a:r>
            <a:endParaRPr sz="14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977146B5-0FEB-4A2B-B73C-D1C59C3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6944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Micro-Fit 3.0 on every PCB · one standard 4c 22 AWG cable · every cable named and listed.</a:t>
            </a:r>
            <a:endParaRPr sz="110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26d043fcf456e"/>
          <a:srcRect xmlns:a="http://schemas.openxmlformats.org/drawingml/2006/main" l="2473" t="0" r="24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2880360"/>
            <a:ext cx="5394960" cy="2532888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01DA3F16-F9A6-4DC6-A30D-F65ED22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44068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Electrical System Level Wiring Diagram R24 (full drawing in draw.io; tables in APDU_Electrical_Tables_R23.xlsx)</a:t>
            </a:r>
            <a:endParaRPr sz="90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3e99c4b82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5742432"/>
            <a:ext cx="1188720" cy="5943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A8A54546-995D-43AA-AA2F-AC275DB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6072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conveyor CB002-24V-573mm: 24 V, ≤ 0.2 A idle, 5.8 cm/s, ≤ 6 kg — 70 of them, one LANECTRL per row of 7.</a:t>
            </a:r>
            <a:endParaRPr sz="10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8AA1D847-472F-4774-8376-338342B0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23455E2-B078-4D57-9A7E-34D389D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1470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F753E77-A8B9-4F63-8794-B710D9A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ac6c75904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7AB911B-E167-4439-BAD3-59BA3CE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7B639E-0AE5-4127-9181-9524125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Gantry drives from the mechanical BOM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608722e4b43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0878E21-64A1-4EDC-A298-1DA42DCB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48 V drive units with brake and driver built in; SYSCTRL sends step / direction and reads alarms.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337EEDE-34D5-433C-8181-B02F2A2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Emtech 57BYG250-76 closed-loop steppers, 2 N·m / 4 A, brake and driver integrated; X with a 3:1 gearbox.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New 48 V / 500 W supply (PSU3) for the two drive units; SYSCTRL keeps only STEP / DIR / ENA, ALARM and the brake outputs.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6 Omron EE-SX67x sensors with 1 m leads meet in JB-GANTRY; chains X 762 mm, Z 1616 mm.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56269803-1396-4016-8BEF-72949B5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5D0D61-0B1C-4E53-8188-E30D249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6c98fb0d34e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32F7D18-55FD-48D5-A44C-F01BE0B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BC0E2DA-E41E-4D6A-B942-4650CAA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Drive datasheet: STEP / DIR signal level, ALARM output, who controls the brake?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48 V really needed, or would the 24 V rail do?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Generic drive acceptable, or a documented equivalent (Leadshine class)?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Labeling-mechanism BOM: when, and integrated drives there too?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5791390-FE1F-49BE-AAA7-76EFB19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PSU count, SYSCTRL I/O, connectors J16 / J17, cables W11, W12, W29, W30.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D211AA2-D81B-47FF-A17C-5ADE7D8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DB4700-334D-45A5-A7EB-B596C6F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6122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A26A03-45D8-44DF-B5EE-4847F0D3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17682c7c7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00B723-F008-4CB0-B189-7174D39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2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F2ACAC3-7EE3-4EF3-8D09-FC3D31A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Camera and OCR: is it needed?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4ea82ecef4534"/>
          <a:srcRect xmlns:a="http://schemas.openxmlformats.org/drawingml/2006/main" l="0" t="169" r="0" b="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C806BD8-620B-4CCB-9CF7-53511F2B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Taken out of the R24 baseline; the labeling station keeps the space and the ports for it.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8FCFD8E-0CB7-4349-BC51-F0720DD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R24 has no camera, no ring light and no camera cable; nothing from the customer defines one yet.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keeps a free USB 2.0 port and a spare Gigabit port, so a camera can be added later without a board change.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Without a camera the chuck needs another reference to orient the bottle for marking: a mechanical stop, a sensor, or one fixed bottle type.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4BC4BBF-50B4-480E-BF26-5561FC9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11108FD-BE6D-49D5-B850-FF9DA4F1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b3b83a9e541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3DC9BE05-2FE0-4E58-99BE-A4A84D9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88B098C-B861-4275-A4DB-1DB20BF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a camera needed at all: bottle orientation for marking, dispense verification, or an audit photo?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If yes: read text (OCR), or only find a mark or the label edge?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USB or Ethernet camera, and where does it mount: labeling station or retrieval bay?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Are images stored? Labels carry patient data, so retention and encryption rules apply.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F6649D30-9034-4841-BE88-3400A5FF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ring light and 24 V budget, one cable, labeling-station bracket.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A019C88-1788-436C-8661-AF5B191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1E924929-2240-4720-9270-7332D4F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54769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78374E-123A-46C6-A50C-9BD0840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7e786a112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3E99660-E11A-4C67-A06A-A256ACF7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3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198644E-3755-4FDA-94B4-A2740967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UPS and battery backup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e97a841f242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00B0247-153E-450D-8D7D-6938EBD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900" b="1" i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Rejected alternatives, retained only as a meeting record.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1BE93F5-F275-431E-A029-7DF7A11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UPS and battery backup during the meeting.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considers backup power unnecessary.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system uses the existing AC-fed power supplies.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30E1B74-3357-43D5-AA9C-B973036A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DC84BDE-07B4-4C78-B500-C2D90C8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1fc44aa854f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A96C80-E45C-4297-BD9C-F3DCBEF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1B9DB33-7499-4579-8843-9D66100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and battery backup are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B5618D0-F960-4A08-A415-95D2BA4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UPS or backup battery in the R24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71FBE94-0098-48B2-9460-51B8703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0973BEE-BDF1-4580-B997-9BBA936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99826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9871F2-8DBB-41F4-B172-D5032152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ca8b9799f48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103B658-DFA9-488E-9C54-12C533A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4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4DCE4E2-32A4-4FCD-BD06-2E5B6B9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Ethernet port location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caba80d274d66"/>
          <a:srcRect xmlns:a="http://schemas.openxmlformats.org/drawingml/2006/main" l="0" t="169" r="0" b="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6399A62-182D-421C-A8EF-66386CA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Rear panel as drawn in R24: one RJ45 feed-through, no switch inside the cabinet.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5CD6BF-6C41-4B12-A15D-D8BC7C3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One RJ45 feed-through on the rear panel beside the AC inlet; Wi-Fi (USB module on MAINCTRL) is the backup path.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has two Gigabit ports on board: one to the site, one spare for an Ethernet label marker. No switch in the cabinet.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One external port means one cable and one MAC address on the pharmacy network.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23995FD5-6558-4BA1-873A-4047E6E8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E745904-A55F-4B47-AE5B-8C08345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9029d0feb4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99EA06D-A52A-4725-82B3-FA9FDD7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677382C-2176-464D-93FA-3C0E1E80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Rear, side or bottom for the port, and how close to the wall does the unit stand?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Static IP or DHCP; any VLAN or firewall rules?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the label marker Ethernet or USB?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Wi-Fi acceptable as the only link at some sites?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94A3B5F-1DD3-4B83-82B4-92D126D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rear-panel cut-outs, cabinet BOM, IT onboarding sheet.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7580347-A790-43A2-B4EB-A79E4EE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9068AC8-9B71-44B4-87C3-278FE4EE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57831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484FA0-04CD-4EAE-9CC4-BFC41BBC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686b936c84f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0CB9887-071E-48A6-B064-6BF1B781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5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4C9183-269D-40CF-BD40-3CB9AC2F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Cellular (LTE) modem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5568d6a544f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1640" y="1645920"/>
            <a:ext cx="3108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8A583FC-8434-40A7-8911-5306E900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MYIR MYD-YF13X MAINCTRL board. Cellular hardware will not be fitted.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A6D76BB-4BE9-41BB-A7DC-1F6E5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cellular connectivity during the meeting.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site network carries the vend API and remote service.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cellular modem, SIM, data plan or LTE antennas are included.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E0B7433-8C99-4383-BB64-2DB19578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B85FB8C-C81F-4DCD-BF33-395FB22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54ea7bd0d40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B29959FB-0B48-4846-AFC1-089A02A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63AAD00-4FEC-4BEE-B488-39B269D1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 connectivity is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B6BC5C2-5606-4B45-9489-0FF3BF6D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cellular connection in the R24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4F36DFC-2492-45E3-8D97-9F1F1123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D3AB931-0981-4C13-AD83-6E82DECE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64506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2131615-37FC-4B25-A6AD-F4594410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96991e3374f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C46032D-3D2F-46C9-8FFE-32A363FB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6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4C042C8-4940-4DCF-BB9C-4092F72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Product illumination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70e2a0333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AF38D4E-D431-42E5-8BAE-151FA1D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Three candidate zones, each on its own 12 V output.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51C6A9-C3ED-4FD6-B1EF-B002CBA4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lighting in the R24 baseline.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Proposal: 12 V LED strips per zone driven by SYSCTRL outputs — lane shelves, retrieval bay, return bay — switched on by events.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Same Micro-Fit connectors; about 1 A of 12 V per zone.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A89450C2-DEFE-4A47-89D3-4CC3E33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2237518-FC95-4F09-A585-F107555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b09cbc37c48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25AE48B-9849-49DA-B8AC-0C672B9B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9057546-D1ED-4F48-A77D-4994FAB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zones need light?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For the customer through a window, or for staff during restocking?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Always on, or only on events?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Neutral white, or a status colour at the retrieval bay?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B9C4ADAE-8D90-4A27-944D-7CA1ECB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SYSCTRL outputs, 12 V budget, row harness routing.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AE3246F-60C3-4E4F-8019-7A61E7C6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A90806D-7AB8-4F3B-B8A2-BFFBFE8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4686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59B57D-2471-4449-9ED8-7D521A4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3ad76f0ce4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CC9267D-A8B7-474D-90B0-ECCD13F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7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CE8274-2B66-457F-BAC2-E3900F3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iPad connection: QR code, Wi-Fi or BLE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8c95631c64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E4DDDA9-096A-4CB6-9F29-8DA7D6D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Recommended flow: same LAN, mDNS discovery, printed QR code for first pairing.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52FC835-9B63-4E83-9B91-806511BA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iPad talks to the unit over the pharmacy LAN; the unit talks to the Adherent servers.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Recommended: mDNS discovery plus a printed QR code (unit ID and pairing token). No extra hardware.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BLE only if proximity pairing is wanted; it needs the optional USB Wi-Fi / BT module, the board has no radio on board.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111348C-C5F0-48E5-B552-BA75184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C22EE7-826E-49AE-9D1B-422ECFC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e71dab1ef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1CFA016-F4C8-4DE1-B6C1-484637D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B3E8E78-AD51-41EB-87E5-9215C07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Will the iPad be on the pharmacy Wi-Fi, or must it work without the site network?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Printed QR code acceptable, or a dynamic code on the unit?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How many units per pharmacy?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Who owns authentication: the Adherent cloud or a local login?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60BEB2F-B1E2-4ED7-9D5A-82EA67F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cabinet label, antenna placement.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322C90D-839D-42C3-B9D3-3C8D19A1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0F7B02-F7D2-40E6-AD4C-09917EB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1525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4AE89C-B451-4CF0-86B4-EC598784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9c3d76081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9DE587-7D35-4BDF-966A-D49EE8A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8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BAE314A-7A22-408D-AE10-CC2A6EDE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Wire harness drawings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e9b915c7f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" y="1645920"/>
            <a:ext cx="457200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E8ED109-C0A0-4AC2-9D40-CA5960DD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Lane rows in R24: every cable already carries its W number and appears in the cable list.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2E5F610-F700-496C-B00C-916AABD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Next deliverable: one drawing per cable, W01–W34, derived from the R24 diagram and the cable list.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Lengths estimated from the CAD envelope (855 × 890 × 1905 mm): about 125 m in total, 146 m of the standard 4c 22 AWG cable.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Routing paths and chain fill are needed from the mechanical team before lengths are final.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B17D073-527A-4F96-8CB4-EEBA835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FEF867-F4E0-44CB-A41C-483C990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ddc44a8e94d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47D1B44-BD5E-45C3-8E5B-61E50C7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AAAAAF9-51E3-4A15-B44D-9EE0401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we get the cable routing paths and the chain inner sizes?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Service loops or blind-mate connectors on the drawer rows?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Who builds the harnesses: us, a harness shop, or the integrator?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Any existing colour or labelling convention?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3FB39403-B96F-4374-A20C-1E787D7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harness drawing effort, connector counts, BOM v1 timing.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A64AD50-A816-49D5-8C5F-BF0D95B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96FD61F-D20D-4FB0-9992-F1611F2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79283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C10E29-E055-4866-86FC-AAD3A51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29ed2fbe3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FE0DCEF-A38B-4FBB-A15A-C0C621E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9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0C56DF-26D7-4C7F-8072-BF2FFAC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NFC and card reader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6a9dbeef4c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3DA30FC-024D-4B7B-B7A6-A74F640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Not in R24 yet; the cut-out and cable can be planned now.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32E0E15-599E-419B-9B9B-401F22D1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Natural place: front panel next to the retrieval door, USB to MAINCTRL.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NFC / RFID reader: small cost and one USB port. Payment terminal: a certified third-party device.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Plan the panel cut-out and cable now even if the reader comes later.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3C4549F-07DB-4B32-BD7E-52EDFC6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08347C-6660-46C4-A3B9-D8F4888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b6a3cff5e45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6C7ED2A-FC65-453F-81DB-605042E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D9799B0-4297-412B-A037-7535715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Use case: staff login, patient pickup, or payment?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card: badge, patient ID, insurance, credit, phone wallet?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Where should the reader sit?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Validated in the Adherent cloud, or locally?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0D803D5-A028-4E55-825D-0FE02847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USB ports, front-panel cut-out, security scope.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49CF628-6E27-4A21-B3F4-D56303A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B016A084-02E8-4656-B860-5648929E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76053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45BF138-EC78-43FD-B73D-39DA63B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83c8593d1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5C94CBB-B891-41A8-AB9A-940A51F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10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18370B5-92FD-4B0D-B491-FAFBF6B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Connector standard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765460cd2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1709928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5AF5493-6A9A-48BA-86B1-C50F488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Micro-Fit 3.0 parts used on every board (illustration).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55E3CFB-B280-40DD-813E-926B972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21608"/>
            <a:ext cx="5394960" cy="2267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Every PCB input and output: Molex Micro-Fit 3.0, 3 mm pitch, 5 A per pin, one crimp tool.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Panel: Schaffner IEC inlet, Neutrik RJ45, RP-SMA; DIN fuse terminals. Conveyor side: its own 3-position screw terminal.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buttons and LEDs sit on the LANECTRL board itself, no extra harness; junction boxes use ferrules and WAGO 221.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EC2135BC-B656-4A5F-B66D-0BBFC1F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BF1FF14-9A05-49E6-9386-6E2926A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b250f7604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4E42240-02F7-4044-A4B2-7325A3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332D386-3F7C-47F8-A6AE-EE0FE3F9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Approved connector vendor list to follow?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Tool-less field replacement of a LANECTRL or a conveyor expected?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IP rating for the front bays?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Keyed or colour-coded housings so rows cannot be cross-plugged?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F2DDB6D-432B-4E98-B528-09A28DAD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BOM v1 connector lines, LANECTRL layout, service documentation.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DF2CFF5-EDB2-42B9-A73F-FF17B84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DEECCF6-C91A-4A3C-B7C5-89B652B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50409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FFEC7E-B310-458C-B379-B95201A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20116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BD7D62-3049-4D3F-BAA6-A809F8C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Meeting decisions and remaining questions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32B37F-F9DF-40BA-880F-C7014D2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ffa86fba6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160971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34683BA-E3B2-484F-B02B-0983CB1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Gantry drives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EB75AC-7B52-4B16-9987-8B6B82C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48 V confirmed · drive interface · datasheet</a:t>
            </a:r>
            <a:endParaRPr sz="11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34E81F4-B935-4D3A-98D5-8D290F7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863da010d4e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160971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E8D1EBD-658B-412C-B0F3-ECF40F8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Camera / OCR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F41A71F-802A-48F3-8F90-619A1D48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needed at all · purpose · USB vs Ethernet</a:t>
            </a:r>
            <a:endParaRPr sz="11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63C9BD6-C72B-4CC5-BE55-4A830B83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08b258847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250582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6E2C558-C3E5-41AF-ACF7-FC239DAE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Backup power</a:t>
            </a:r>
            <a:endParaRPr sz="15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358CEB1-94EF-4303-AEB6-08C4786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88B620B5-F0A8-41CC-A15F-D224A4C2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048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1831accc246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250582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47A8771-1A41-47E9-8C31-D584E3D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</a:t>
            </a:r>
            <a:endParaRPr sz="15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0D55BF1-116A-4CE6-BDAA-57B69B8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port location · IP policy</a:t>
            </a:r>
            <a:endParaRPr sz="11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478F364A-5921-4E6B-A995-D0E5BB35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009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d4a226cd8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340193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A704875F-2659-40D8-8762-FF19545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Cellular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C2EF0250-182C-494B-8F76-14EB719A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A8986055-D077-4753-ACCB-CC8E246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009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1d22a1ec54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340193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F05FF227-5B74-469B-B06D-6269BAE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Lighting</a:t>
            </a:r>
            <a:endParaRPr sz="15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259E34C1-0F94-44F5-9345-9745948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zones · event-driven vs always on · colour</a:t>
            </a:r>
            <a:endParaRPr sz="115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43D916A4-2721-4885-9D7D-46B68A8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970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8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99103c1d3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4298046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634DD78F-192F-43DC-BF38-7E79F8DF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iPad pairing</a:t>
            </a:r>
            <a:endParaRPr sz="15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0894F2E3-722A-4A27-B69D-AEFC421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 + QR (recommended) vs AP mode vs BLE</a:t>
            </a:r>
            <a:endParaRPr sz="1150"/>
          </a:p>
        </p:txBody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0A932352-3036-498C-BC77-415FCA1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970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8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54e8fcdae48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4298046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91E72941-C763-4C69-865D-EDADA62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Harnesses</a:t>
            </a:r>
            <a:endParaRPr sz="15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0F639A2F-90CA-4A7A-8356-973F44D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routing paths from mechanical · who builds</a:t>
            </a:r>
            <a:endParaRPr sz="1150"/>
          </a:p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ABB88C21-2DAD-4990-A451-78D8E1DD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9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cbd7d16084b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519415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34383764-0DFB-4438-97E2-D63996F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NFC / card</a:t>
            </a:r>
            <a:endParaRPr sz="1500"/>
          </a:p>
        </p:txBody>
      </p:sp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0CB34843-E6DB-4D5E-B65C-08E84AC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use case · card type · location</a:t>
            </a:r>
            <a:endParaRPr sz="1150"/>
          </a:p>
        </p:txBody>
      </p:sp>
      <p:sp>
        <p:nvSpPr>
          <p:cNvPr id="40" name="Shape 29">
            <a:extLst xmlns:a="http://schemas.openxmlformats.org/drawingml/2006/main">
              <a:ext uri="{FF2B5EF4-FFF2-40B4-BE49-F238E27FC236}">
                <a16:creationId xmlns:a16="http://schemas.microsoft.com/office/drawing/2014/main" id="{D9395482-0902-4C3D-8162-ADE6060E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9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80f6c6ee944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519415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00EE851A-48D0-47D0-BD1C-79DB09BF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Connectors</a:t>
            </a:r>
            <a:endParaRPr sz="1500"/>
          </a:p>
        </p:txBody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441090A9-3E25-46CB-82E3-744121C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vendor list · tool-less service · IP rating</a:t>
            </a:r>
            <a:endParaRPr sz="1150"/>
          </a:p>
        </p:txBody>
      </p:sp>
      <p:sp>
        <p:nvSpPr>
          <p:cNvPr id="44" name="Text 32">
            <a:extLst xmlns:a="http://schemas.openxmlformats.org/drawingml/2006/main">
              <a:ext uri="{FF2B5EF4-FFF2-40B4-BE49-F238E27FC236}">
                <a16:creationId xmlns:a16="http://schemas.microsoft.com/office/drawing/2014/main" id="{C5767487-5895-4763-9756-3C9E6C0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350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R24 removes cellular and backup power. The remaining questions stay open for the team.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015923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2026-09-25T02:48:11.9170000Z</dcterms:created>
  <dcterms:modified xsi:type="dcterms:W3CDTF">2026-09-25T02:48:11.9170000Z</dcterms:modified>
</coreProperties>
</file>